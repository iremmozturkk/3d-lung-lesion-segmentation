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4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61" y="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2057" b="4115"/>
          <a:stretch>
            <a:fillRect/>
          </a:stretch>
        </p:blipFill>
        <p:spPr>
          <a:xfrm>
            <a:off x="-1" y="-152400"/>
            <a:ext cx="16256001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781" b="4622"/>
          <a:stretch>
            <a:fillRect/>
          </a:stretch>
        </p:blipFill>
        <p:spPr>
          <a:xfrm>
            <a:off x="0" y="-152400"/>
            <a:ext cx="16271106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-32952"/>
            <a:ext cx="16256000" cy="9176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781"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46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781" b="378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A74B7D7-6A31-AB63-6E43-B832A61C8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16B4D0D-D5F1-E986-8D23-87901ACA2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281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Office PowerPoint</Application>
  <PresentationFormat>Özel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İrem Öztürk</cp:lastModifiedBy>
  <cp:revision>5</cp:revision>
  <dcterms:created xsi:type="dcterms:W3CDTF">2006-08-16T00:00:00Z</dcterms:created>
  <dcterms:modified xsi:type="dcterms:W3CDTF">2026-04-15T12:55:59Z</dcterms:modified>
</cp:coreProperties>
</file>